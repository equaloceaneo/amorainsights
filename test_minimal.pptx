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Test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This is a test PPTX created by python-pptx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